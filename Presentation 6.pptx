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D7CF23-A39F-4E0E-AE39-8C33AA7F29A0}" v="301" dt="2026-07-31T14:33:45.501"/>
    <p1510:client id="{E0795502-FA8B-4F29-A838-A9F23A139B9E}" v="48" dt="2026-07-31T14:41:18.5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9D6F5-A9D4-C22B-732C-A31A172FB93C}"/>
              </a:ext>
            </a:extLst>
          </p:cNvPr>
          <p:cNvSpPr>
            <a:spLocks noGrp="1"/>
          </p:cNvSpPr>
          <p:nvPr>
            <p:ph type="ctrTitle"/>
          </p:nvPr>
        </p:nvSpPr>
        <p:spPr>
          <a:xfrm>
            <a:off x="1524000" y="1122363"/>
            <a:ext cx="9144000" cy="2209393"/>
          </a:xfrm>
        </p:spPr>
        <p:txBody>
          <a:bodyPr anchor="b">
            <a:normAutofit/>
          </a:bodyPr>
          <a:lstStyle>
            <a:lvl1pPr algn="ctr">
              <a:defRPr sz="3600"/>
            </a:lvl1pPr>
          </a:lstStyle>
          <a:p>
            <a:r>
              <a:rPr lang="en-US" dirty="0"/>
              <a:t>Click to edit Master title style</a:t>
            </a:r>
          </a:p>
        </p:txBody>
      </p:sp>
      <p:sp>
        <p:nvSpPr>
          <p:cNvPr id="3" name="Subtitle 2">
            <a:extLst>
              <a:ext uri="{FF2B5EF4-FFF2-40B4-BE49-F238E27FC236}">
                <a16:creationId xmlns:a16="http://schemas.microsoft.com/office/drawing/2014/main" id="{E11AFD6E-3459-290F-1147-F0C47ACEEA5B}"/>
              </a:ext>
            </a:extLst>
          </p:cNvPr>
          <p:cNvSpPr>
            <a:spLocks noGrp="1"/>
          </p:cNvSpPr>
          <p:nvPr>
            <p:ph type="subTitle" idx="1"/>
          </p:nvPr>
        </p:nvSpPr>
        <p:spPr>
          <a:xfrm>
            <a:off x="1524000" y="4346774"/>
            <a:ext cx="9144000" cy="1066890"/>
          </a:xfrm>
        </p:spPr>
        <p:txBody>
          <a:bodyPr anchor="t">
            <a:normAutofit/>
          </a:bodyPr>
          <a:lstStyle>
            <a:lvl1pPr marL="0" indent="0" algn="ctr">
              <a:buNone/>
              <a:defRPr sz="1600" cap="all" spc="300" baseline="0"/>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54674D3-6FB9-5549-B0F2-FD61E82D1FF1}"/>
              </a:ext>
            </a:extLst>
          </p:cNvPr>
          <p:cNvSpPr>
            <a:spLocks noGrp="1"/>
          </p:cNvSpPr>
          <p:nvPr>
            <p:ph type="dt" sz="half" idx="10"/>
          </p:nvPr>
        </p:nvSpPr>
        <p:spPr/>
        <p:txBody>
          <a:bodyPr/>
          <a:lstStyle/>
          <a:p>
            <a:fld id="{807E39B8-A7CB-4B82-AC0C-44B99F546761}" type="datetimeFigureOut">
              <a:rPr lang="en-US" dirty="0"/>
              <a:t>7/31/2026</a:t>
            </a:fld>
            <a:endParaRPr lang="en-US" dirty="0"/>
          </a:p>
        </p:txBody>
      </p:sp>
      <p:sp>
        <p:nvSpPr>
          <p:cNvPr id="5" name="Footer Placeholder 4">
            <a:extLst>
              <a:ext uri="{FF2B5EF4-FFF2-40B4-BE49-F238E27FC236}">
                <a16:creationId xmlns:a16="http://schemas.microsoft.com/office/drawing/2014/main" id="{AB239BBC-C979-2C77-493E-CF5498AEB5DB}"/>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53813B7E-A51C-D9CD-2189-650A9D63BFF9}"/>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30101742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155F0-A6D4-C39B-394F-0B16E9C9CE81}"/>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BD1860F-B260-57CE-E12B-2C94860319EC}"/>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F745C9F-D94D-E5D3-B73A-20621FA536D5}"/>
              </a:ext>
            </a:extLst>
          </p:cNvPr>
          <p:cNvSpPr>
            <a:spLocks noGrp="1"/>
          </p:cNvSpPr>
          <p:nvPr>
            <p:ph type="dt" sz="half" idx="10"/>
          </p:nvPr>
        </p:nvSpPr>
        <p:spPr/>
        <p:txBody>
          <a:bodyPr/>
          <a:lstStyle/>
          <a:p>
            <a:fld id="{FE7E3940-CA92-4FEE-A698-62CF7BC5AC36}" type="datetimeFigureOut">
              <a:rPr lang="en-US" dirty="0"/>
              <a:t>7/31/2026</a:t>
            </a:fld>
            <a:endParaRPr lang="en-US" dirty="0"/>
          </a:p>
        </p:txBody>
      </p:sp>
      <p:sp>
        <p:nvSpPr>
          <p:cNvPr id="5" name="Footer Placeholder 4">
            <a:extLst>
              <a:ext uri="{FF2B5EF4-FFF2-40B4-BE49-F238E27FC236}">
                <a16:creationId xmlns:a16="http://schemas.microsoft.com/office/drawing/2014/main" id="{E5FAB243-BB42-966A-4708-15C9B11D6885}"/>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5C3A3BD-2CC5-03D3-4CD6-E31A55BA2D23}"/>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1730033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D8633-AC3B-E617-1C54-84932DDD72E5}"/>
              </a:ext>
            </a:extLst>
          </p:cNvPr>
          <p:cNvSpPr>
            <a:spLocks noGrp="1"/>
          </p:cNvSpPr>
          <p:nvPr>
            <p:ph type="title"/>
          </p:nvPr>
        </p:nvSpPr>
        <p:spPr>
          <a:xfrm>
            <a:off x="1474236" y="1514688"/>
            <a:ext cx="8584164" cy="3138875"/>
          </a:xfrm>
        </p:spPr>
        <p:txBody>
          <a:bodyPr anchor="b">
            <a:normAutofit/>
          </a:bodyPr>
          <a:lstStyle>
            <a:lvl1pPr>
              <a:defRPr sz="3600" cap="all" spc="300" baseline="0"/>
            </a:lvl1pPr>
          </a:lstStyle>
          <a:p>
            <a:r>
              <a:rPr lang="en-US" dirty="0"/>
              <a:t>Click to edit Master title style</a:t>
            </a:r>
          </a:p>
        </p:txBody>
      </p:sp>
      <p:sp>
        <p:nvSpPr>
          <p:cNvPr id="3" name="Text Placeholder 2">
            <a:extLst>
              <a:ext uri="{FF2B5EF4-FFF2-40B4-BE49-F238E27FC236}">
                <a16:creationId xmlns:a16="http://schemas.microsoft.com/office/drawing/2014/main" id="{CF68C242-ECAB-AEC3-7E9B-F9854AF31CD2}"/>
              </a:ext>
            </a:extLst>
          </p:cNvPr>
          <p:cNvSpPr>
            <a:spLocks noGrp="1"/>
          </p:cNvSpPr>
          <p:nvPr>
            <p:ph type="body" idx="1"/>
          </p:nvPr>
        </p:nvSpPr>
        <p:spPr>
          <a:xfrm>
            <a:off x="1474236" y="4963885"/>
            <a:ext cx="8584165" cy="1125765"/>
          </a:xfrm>
        </p:spPr>
        <p:txBody>
          <a:bodyPr>
            <a:normAutofit/>
          </a:bodyPr>
          <a:lstStyle>
            <a:lvl1pPr marL="0" indent="0">
              <a:buNone/>
              <a:defRPr sz="1600" cap="all" spc="300" baseline="0">
                <a:solidFill>
                  <a:schemeClr val="tx2"/>
                </a:solidFill>
              </a:defRPr>
            </a:lvl1pPr>
            <a:lvl2pPr marL="457200" indent="0">
              <a:buNone/>
              <a:defRPr sz="1600">
                <a:solidFill>
                  <a:schemeClr val="tx1">
                    <a:tint val="82000"/>
                  </a:schemeClr>
                </a:solidFill>
              </a:defRPr>
            </a:lvl2pPr>
            <a:lvl3pPr marL="914400" indent="0">
              <a:buNone/>
              <a:defRPr sz="16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20D9B82-EEF4-2CD7-61FE-BAFB2B96D641}"/>
              </a:ext>
            </a:extLst>
          </p:cNvPr>
          <p:cNvSpPr>
            <a:spLocks noGrp="1"/>
          </p:cNvSpPr>
          <p:nvPr>
            <p:ph type="dt" sz="half" idx="10"/>
          </p:nvPr>
        </p:nvSpPr>
        <p:spPr/>
        <p:txBody>
          <a:bodyPr/>
          <a:lstStyle/>
          <a:p>
            <a:fld id="{E33CD641-6C35-45D1-9313-2719E9EA8AD8}" type="datetimeFigureOut">
              <a:rPr lang="en-US" dirty="0"/>
              <a:t>7/31/2026</a:t>
            </a:fld>
            <a:endParaRPr lang="en-US" dirty="0"/>
          </a:p>
        </p:txBody>
      </p:sp>
      <p:sp>
        <p:nvSpPr>
          <p:cNvPr id="5" name="Footer Placeholder 4">
            <a:extLst>
              <a:ext uri="{FF2B5EF4-FFF2-40B4-BE49-F238E27FC236}">
                <a16:creationId xmlns:a16="http://schemas.microsoft.com/office/drawing/2014/main" id="{59A222B6-F7A8-70A5-B023-FCAD5D7C4BB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E85D758-2E38-8A8D-75BC-667F6A23B95B}"/>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1674346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60DFF-11BD-F5F4-35D4-1986ABBD3675}"/>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C5D1279-E9A9-702E-144D-61114B788E88}"/>
              </a:ext>
            </a:extLst>
          </p:cNvPr>
          <p:cNvSpPr>
            <a:spLocks noGrp="1"/>
          </p:cNvSpPr>
          <p:nvPr>
            <p:ph sz="half" idx="1"/>
          </p:nvPr>
        </p:nvSpPr>
        <p:spPr>
          <a:xfrm>
            <a:off x="877824" y="2159175"/>
            <a:ext cx="4977453" cy="40177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1584E624-7A76-56EC-FA0D-E2AA8EF9B951}"/>
              </a:ext>
            </a:extLst>
          </p:cNvPr>
          <p:cNvSpPr>
            <a:spLocks noGrp="1"/>
          </p:cNvSpPr>
          <p:nvPr>
            <p:ph sz="half" idx="2"/>
          </p:nvPr>
        </p:nvSpPr>
        <p:spPr>
          <a:xfrm>
            <a:off x="6328391" y="2159175"/>
            <a:ext cx="4985785" cy="40177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99D7DF5-30AD-AE47-D516-5CEE82770734}"/>
              </a:ext>
            </a:extLst>
          </p:cNvPr>
          <p:cNvSpPr>
            <a:spLocks noGrp="1"/>
          </p:cNvSpPr>
          <p:nvPr>
            <p:ph type="dt" sz="half" idx="10"/>
          </p:nvPr>
        </p:nvSpPr>
        <p:spPr/>
        <p:txBody>
          <a:bodyPr/>
          <a:lstStyle/>
          <a:p>
            <a:fld id="{35301268-3A74-4110-8F08-063DFB8BB885}" type="datetimeFigureOut">
              <a:rPr lang="en-US" dirty="0"/>
              <a:t>7/31/2026</a:t>
            </a:fld>
            <a:endParaRPr lang="en-US" dirty="0"/>
          </a:p>
        </p:txBody>
      </p:sp>
      <p:sp>
        <p:nvSpPr>
          <p:cNvPr id="6" name="Footer Placeholder 5">
            <a:extLst>
              <a:ext uri="{FF2B5EF4-FFF2-40B4-BE49-F238E27FC236}">
                <a16:creationId xmlns:a16="http://schemas.microsoft.com/office/drawing/2014/main" id="{8B05C503-B649-B083-6341-F6E376AF8C72}"/>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1E53EA35-CF5A-DB36-8B14-5C184B6F14D3}"/>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1818975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BA3D8-FDD9-329B-BCC6-BBF47F01BEE2}"/>
              </a:ext>
            </a:extLst>
          </p:cNvPr>
          <p:cNvSpPr>
            <a:spLocks noGrp="1"/>
          </p:cNvSpPr>
          <p:nvPr>
            <p:ph type="title"/>
          </p:nvPr>
        </p:nvSpPr>
        <p:spPr>
          <a:xfrm>
            <a:off x="881348" y="602671"/>
            <a:ext cx="10429303" cy="768928"/>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2EEF7DC-0699-CB3C-A7CB-39035D89A4A5}"/>
              </a:ext>
            </a:extLst>
          </p:cNvPr>
          <p:cNvSpPr>
            <a:spLocks noGrp="1"/>
          </p:cNvSpPr>
          <p:nvPr>
            <p:ph type="body" idx="1"/>
          </p:nvPr>
        </p:nvSpPr>
        <p:spPr>
          <a:xfrm>
            <a:off x="881349" y="1696325"/>
            <a:ext cx="4963538" cy="647700"/>
          </a:xfrm>
        </p:spPr>
        <p:txBody>
          <a:bodyPr anchor="b">
            <a:noAutofit/>
          </a:bodyPr>
          <a:lstStyle>
            <a:lvl1pPr marL="0" indent="0">
              <a:buNone/>
              <a:defRPr sz="1400" b="1" cap="all" spc="300" baseline="0"/>
            </a:lvl1pPr>
            <a:lvl2pPr marL="457200" indent="0">
              <a:buNone/>
              <a:defRPr sz="1400" b="1"/>
            </a:lvl2pPr>
            <a:lvl3pPr marL="914400" indent="0">
              <a:buNone/>
              <a:defRPr sz="1400" b="1"/>
            </a:lvl3pPr>
            <a:lvl4pPr marL="1371600" indent="0">
              <a:buNone/>
              <a:defRPr sz="1400" b="1"/>
            </a:lvl4pPr>
            <a:lvl5pPr marL="1828800" indent="0">
              <a:buNone/>
              <a:defRPr sz="1400" b="1"/>
            </a:lvl5pPr>
            <a:lvl6pPr marL="2286000" indent="0">
              <a:buNone/>
              <a:defRPr sz="1400" b="1"/>
            </a:lvl6pPr>
            <a:lvl7pPr marL="2743200" indent="0">
              <a:buNone/>
              <a:defRPr sz="1400" b="1"/>
            </a:lvl7pPr>
            <a:lvl8pPr marL="3200400" indent="0">
              <a:buNone/>
              <a:defRPr sz="1400" b="1"/>
            </a:lvl8pPr>
            <a:lvl9pPr marL="3657600" indent="0">
              <a:buNone/>
              <a:defRPr sz="14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252EB40-99E1-CCA4-BAFA-F51AA56CF295}"/>
              </a:ext>
            </a:extLst>
          </p:cNvPr>
          <p:cNvSpPr>
            <a:spLocks noGrp="1"/>
          </p:cNvSpPr>
          <p:nvPr>
            <p:ph sz="half" idx="2"/>
          </p:nvPr>
        </p:nvSpPr>
        <p:spPr>
          <a:xfrm>
            <a:off x="881349" y="2344025"/>
            <a:ext cx="4963538" cy="383337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38979BC-6B50-751D-D569-F360938B05C8}"/>
              </a:ext>
            </a:extLst>
          </p:cNvPr>
          <p:cNvSpPr>
            <a:spLocks noGrp="1"/>
          </p:cNvSpPr>
          <p:nvPr>
            <p:ph type="body" sz="quarter" idx="3"/>
          </p:nvPr>
        </p:nvSpPr>
        <p:spPr>
          <a:xfrm>
            <a:off x="6322669" y="1696325"/>
            <a:ext cx="4987982" cy="647700"/>
          </a:xfrm>
        </p:spPr>
        <p:txBody>
          <a:bodyPr anchor="b">
            <a:noAutofit/>
          </a:bodyPr>
          <a:lstStyle>
            <a:lvl1pPr marL="0" indent="0">
              <a:buNone/>
              <a:defRPr sz="1400" b="1" cap="all" spc="300" baseline="0"/>
            </a:lvl1pPr>
            <a:lvl2pPr marL="457200" indent="0">
              <a:buNone/>
              <a:defRPr sz="1400" b="1"/>
            </a:lvl2pPr>
            <a:lvl3pPr marL="914400" indent="0">
              <a:buNone/>
              <a:defRPr sz="1400" b="1"/>
            </a:lvl3pPr>
            <a:lvl4pPr marL="1371600" indent="0">
              <a:buNone/>
              <a:defRPr sz="1400" b="1"/>
            </a:lvl4pPr>
            <a:lvl5pPr marL="1828800" indent="0">
              <a:buNone/>
              <a:defRPr sz="1400" b="1"/>
            </a:lvl5pPr>
            <a:lvl6pPr marL="2286000" indent="0">
              <a:buNone/>
              <a:defRPr sz="1400" b="1"/>
            </a:lvl6pPr>
            <a:lvl7pPr marL="2743200" indent="0">
              <a:buNone/>
              <a:defRPr sz="1400" b="1"/>
            </a:lvl7pPr>
            <a:lvl8pPr marL="3200400" indent="0">
              <a:buNone/>
              <a:defRPr sz="1400" b="1"/>
            </a:lvl8pPr>
            <a:lvl9pPr marL="3657600" indent="0">
              <a:buNone/>
              <a:defRPr sz="14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4A3A26F-230E-2D25-6BDC-6ECA00FAEFD5}"/>
              </a:ext>
            </a:extLst>
          </p:cNvPr>
          <p:cNvSpPr>
            <a:spLocks noGrp="1"/>
          </p:cNvSpPr>
          <p:nvPr>
            <p:ph sz="quarter" idx="4"/>
          </p:nvPr>
        </p:nvSpPr>
        <p:spPr>
          <a:xfrm>
            <a:off x="6322669" y="2344025"/>
            <a:ext cx="4987982" cy="383337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8182A01-DE7C-3BA4-96FF-CDEF2F608FCA}"/>
              </a:ext>
            </a:extLst>
          </p:cNvPr>
          <p:cNvSpPr>
            <a:spLocks noGrp="1"/>
          </p:cNvSpPr>
          <p:nvPr>
            <p:ph type="dt" sz="half" idx="10"/>
          </p:nvPr>
        </p:nvSpPr>
        <p:spPr/>
        <p:txBody>
          <a:bodyPr/>
          <a:lstStyle/>
          <a:p>
            <a:fld id="{BF91C1AF-C1FB-48A7-98B4-E595E63F6614}" type="datetimeFigureOut">
              <a:rPr lang="en-US" dirty="0"/>
              <a:t>7/31/2026</a:t>
            </a:fld>
            <a:endParaRPr lang="en-US" dirty="0"/>
          </a:p>
        </p:txBody>
      </p:sp>
      <p:sp>
        <p:nvSpPr>
          <p:cNvPr id="8" name="Footer Placeholder 7">
            <a:extLst>
              <a:ext uri="{FF2B5EF4-FFF2-40B4-BE49-F238E27FC236}">
                <a16:creationId xmlns:a16="http://schemas.microsoft.com/office/drawing/2014/main" id="{6FCAA828-0166-8ECD-BCE8-654BEFDD7155}"/>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7690C0D2-459A-04AA-FD90-7687D2FE8A9D}"/>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951266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D549F-FA71-857F-E02E-3CB63CE683E2}"/>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F569611-F911-D3D4-B613-ACCDA56C45D2}"/>
              </a:ext>
            </a:extLst>
          </p:cNvPr>
          <p:cNvSpPr>
            <a:spLocks noGrp="1"/>
          </p:cNvSpPr>
          <p:nvPr>
            <p:ph type="dt" sz="half" idx="10"/>
          </p:nvPr>
        </p:nvSpPr>
        <p:spPr/>
        <p:txBody>
          <a:bodyPr/>
          <a:lstStyle/>
          <a:p>
            <a:fld id="{97144C44-5F8C-4BEA-BBCE-8694F126DC43}" type="datetimeFigureOut">
              <a:rPr lang="en-US" dirty="0"/>
              <a:t>7/31/2026</a:t>
            </a:fld>
            <a:endParaRPr lang="en-US" dirty="0"/>
          </a:p>
        </p:txBody>
      </p:sp>
      <p:sp>
        <p:nvSpPr>
          <p:cNvPr id="4" name="Footer Placeholder 3">
            <a:extLst>
              <a:ext uri="{FF2B5EF4-FFF2-40B4-BE49-F238E27FC236}">
                <a16:creationId xmlns:a16="http://schemas.microsoft.com/office/drawing/2014/main" id="{F6EA1961-0B6B-8FEB-F2CB-C42E90EF2DFD}"/>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F42AA80E-3139-9F1B-9C3E-2A76628CF4F8}"/>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464995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F54789-9F96-511A-0FB6-24F6A8418C72}"/>
              </a:ext>
            </a:extLst>
          </p:cNvPr>
          <p:cNvSpPr>
            <a:spLocks noGrp="1"/>
          </p:cNvSpPr>
          <p:nvPr>
            <p:ph type="dt" sz="half" idx="10"/>
          </p:nvPr>
        </p:nvSpPr>
        <p:spPr/>
        <p:txBody>
          <a:bodyPr/>
          <a:lstStyle/>
          <a:p>
            <a:fld id="{039E56F9-C8F2-4EF7-8042-704C94FF2795}" type="datetimeFigureOut">
              <a:rPr lang="en-US" dirty="0"/>
              <a:t>7/31/2026</a:t>
            </a:fld>
            <a:endParaRPr lang="en-US" dirty="0"/>
          </a:p>
        </p:txBody>
      </p:sp>
      <p:sp>
        <p:nvSpPr>
          <p:cNvPr id="3" name="Footer Placeholder 2">
            <a:extLst>
              <a:ext uri="{FF2B5EF4-FFF2-40B4-BE49-F238E27FC236}">
                <a16:creationId xmlns:a16="http://schemas.microsoft.com/office/drawing/2014/main" id="{8B780399-ADEF-8F74-9F59-6AD804C9393E}"/>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95B6A34F-ABAB-9C4E-38A1-C6EEB944B97C}"/>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2121188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E3917-2BF6-1CE2-F34B-49F0D09A1B91}"/>
              </a:ext>
            </a:extLst>
          </p:cNvPr>
          <p:cNvSpPr>
            <a:spLocks noGrp="1"/>
          </p:cNvSpPr>
          <p:nvPr>
            <p:ph type="title"/>
          </p:nvPr>
        </p:nvSpPr>
        <p:spPr>
          <a:xfrm>
            <a:off x="839788" y="807868"/>
            <a:ext cx="3640713" cy="2062594"/>
          </a:xfrm>
        </p:spPr>
        <p:txBody>
          <a:bodyPr anchor="t">
            <a:normAutofit/>
          </a:bodyPr>
          <a:lstStyle>
            <a:lvl1pPr>
              <a:defRPr sz="2800"/>
            </a:lvl1pPr>
          </a:lstStyle>
          <a:p>
            <a:r>
              <a:rPr lang="en-US" dirty="0"/>
              <a:t>Click to edit Master title style</a:t>
            </a:r>
          </a:p>
        </p:txBody>
      </p:sp>
      <p:sp>
        <p:nvSpPr>
          <p:cNvPr id="3" name="Content Placeholder 2">
            <a:extLst>
              <a:ext uri="{FF2B5EF4-FFF2-40B4-BE49-F238E27FC236}">
                <a16:creationId xmlns:a16="http://schemas.microsoft.com/office/drawing/2014/main" id="{40815B8F-A9F3-8583-FFF1-175021F17AF0}"/>
              </a:ext>
            </a:extLst>
          </p:cNvPr>
          <p:cNvSpPr>
            <a:spLocks noGrp="1"/>
          </p:cNvSpPr>
          <p:nvPr>
            <p:ph idx="1"/>
          </p:nvPr>
        </p:nvSpPr>
        <p:spPr>
          <a:xfrm>
            <a:off x="5432898" y="807867"/>
            <a:ext cx="5922489" cy="505318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C5D90AFF-A949-CE9E-6B94-C1B619612915}"/>
              </a:ext>
            </a:extLst>
          </p:cNvPr>
          <p:cNvSpPr>
            <a:spLocks noGrp="1"/>
          </p:cNvSpPr>
          <p:nvPr>
            <p:ph type="body" sz="half" idx="2"/>
          </p:nvPr>
        </p:nvSpPr>
        <p:spPr>
          <a:xfrm>
            <a:off x="839788" y="3000652"/>
            <a:ext cx="3640713" cy="28683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DA95267E-088F-FB9A-9469-551890F29F01}"/>
              </a:ext>
            </a:extLst>
          </p:cNvPr>
          <p:cNvSpPr>
            <a:spLocks noGrp="1"/>
          </p:cNvSpPr>
          <p:nvPr>
            <p:ph type="dt" sz="half" idx="10"/>
          </p:nvPr>
        </p:nvSpPr>
        <p:spPr/>
        <p:txBody>
          <a:bodyPr/>
          <a:lstStyle/>
          <a:p>
            <a:fld id="{4F6932DF-953D-44BD-83F8-5D8DA76EA12A}" type="datetimeFigureOut">
              <a:rPr lang="en-US" dirty="0"/>
              <a:t>7/31/2026</a:t>
            </a:fld>
            <a:endParaRPr lang="en-US" dirty="0"/>
          </a:p>
        </p:txBody>
      </p:sp>
      <p:sp>
        <p:nvSpPr>
          <p:cNvPr id="6" name="Footer Placeholder 5">
            <a:extLst>
              <a:ext uri="{FF2B5EF4-FFF2-40B4-BE49-F238E27FC236}">
                <a16:creationId xmlns:a16="http://schemas.microsoft.com/office/drawing/2014/main" id="{38EA3FFC-B3A6-C0B6-5DAE-70BE0D6FBD6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108D35F-BC2E-8D14-060F-449CBAF7C0D2}"/>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33557309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909ED-ED97-A3CE-5569-77B45F41450A}"/>
              </a:ext>
            </a:extLst>
          </p:cNvPr>
          <p:cNvSpPr>
            <a:spLocks noGrp="1"/>
          </p:cNvSpPr>
          <p:nvPr>
            <p:ph type="title"/>
          </p:nvPr>
        </p:nvSpPr>
        <p:spPr>
          <a:xfrm>
            <a:off x="839788" y="820881"/>
            <a:ext cx="3639312" cy="2062595"/>
          </a:xfrm>
        </p:spPr>
        <p:txBody>
          <a:bodyPr anchor="t">
            <a:normAutofit/>
          </a:bodyPr>
          <a:lstStyle>
            <a:lvl1pPr>
              <a:defRPr sz="2800"/>
            </a:lvl1pPr>
          </a:lstStyle>
          <a:p>
            <a:r>
              <a:rPr lang="en-US" dirty="0"/>
              <a:t>Click to edit Master title style</a:t>
            </a:r>
          </a:p>
        </p:txBody>
      </p:sp>
      <p:sp>
        <p:nvSpPr>
          <p:cNvPr id="3" name="Picture Placeholder 2">
            <a:extLst>
              <a:ext uri="{FF2B5EF4-FFF2-40B4-BE49-F238E27FC236}">
                <a16:creationId xmlns:a16="http://schemas.microsoft.com/office/drawing/2014/main" id="{0683BB3A-9E24-DE4C-9619-1502F1B6F389}"/>
              </a:ext>
            </a:extLst>
          </p:cNvPr>
          <p:cNvSpPr>
            <a:spLocks noGrp="1" noChangeAspect="1"/>
          </p:cNvSpPr>
          <p:nvPr>
            <p:ph type="pic" idx="1"/>
          </p:nvPr>
        </p:nvSpPr>
        <p:spPr>
          <a:xfrm>
            <a:off x="5247408" y="919595"/>
            <a:ext cx="6107979" cy="501361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94B4CE1F-29E0-88BB-8489-E58236B8B17B}"/>
              </a:ext>
            </a:extLst>
          </p:cNvPr>
          <p:cNvSpPr>
            <a:spLocks noGrp="1"/>
          </p:cNvSpPr>
          <p:nvPr>
            <p:ph type="body" sz="half" idx="2"/>
          </p:nvPr>
        </p:nvSpPr>
        <p:spPr>
          <a:xfrm>
            <a:off x="839788" y="3000652"/>
            <a:ext cx="3643889" cy="28683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24B7212-6816-FFD1-50B2-58844AD38E26}"/>
              </a:ext>
            </a:extLst>
          </p:cNvPr>
          <p:cNvSpPr>
            <a:spLocks noGrp="1"/>
          </p:cNvSpPr>
          <p:nvPr>
            <p:ph type="dt" sz="half" idx="10"/>
          </p:nvPr>
        </p:nvSpPr>
        <p:spPr/>
        <p:txBody>
          <a:bodyPr/>
          <a:lstStyle/>
          <a:p>
            <a:fld id="{352F326D-65F4-4B2F-9A62-9E4BD9402C47}" type="datetimeFigureOut">
              <a:rPr lang="en-US" dirty="0"/>
              <a:t>7/31/2026</a:t>
            </a:fld>
            <a:endParaRPr lang="en-US" dirty="0"/>
          </a:p>
        </p:txBody>
      </p:sp>
      <p:sp>
        <p:nvSpPr>
          <p:cNvPr id="6" name="Footer Placeholder 5">
            <a:extLst>
              <a:ext uri="{FF2B5EF4-FFF2-40B4-BE49-F238E27FC236}">
                <a16:creationId xmlns:a16="http://schemas.microsoft.com/office/drawing/2014/main" id="{A2417744-5A24-B7B7-5FD6-E98E60832F27}"/>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14CDA4D1-A71D-A7A6-3D0C-294E5D280BE8}"/>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3980797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990AE-F72C-4C2E-E2D0-7A8D7EEF08C1}"/>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1F41B46D-142E-8C8E-C4F4-B6B1586A6FD0}"/>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54D92E3-36AD-2615-0166-6B73C34F10FA}"/>
              </a:ext>
            </a:extLst>
          </p:cNvPr>
          <p:cNvSpPr>
            <a:spLocks noGrp="1"/>
          </p:cNvSpPr>
          <p:nvPr>
            <p:ph type="dt" sz="half" idx="10"/>
          </p:nvPr>
        </p:nvSpPr>
        <p:spPr/>
        <p:txBody>
          <a:bodyPr/>
          <a:lstStyle/>
          <a:p>
            <a:fld id="{01742F6F-0846-489A-A4BC-61B476BE2887}" type="datetimeFigureOut">
              <a:rPr lang="en-US" dirty="0"/>
              <a:t>7/31/2026</a:t>
            </a:fld>
            <a:endParaRPr lang="en-US" dirty="0"/>
          </a:p>
        </p:txBody>
      </p:sp>
      <p:sp>
        <p:nvSpPr>
          <p:cNvPr id="5" name="Footer Placeholder 4">
            <a:extLst>
              <a:ext uri="{FF2B5EF4-FFF2-40B4-BE49-F238E27FC236}">
                <a16:creationId xmlns:a16="http://schemas.microsoft.com/office/drawing/2014/main" id="{F10BFB69-319D-2284-2734-217160D396D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A6883B0-C775-5BD2-8EC6-A41D19BCA156}"/>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1994848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040463-6D41-8D45-088A-540B0D18838A}"/>
              </a:ext>
            </a:extLst>
          </p:cNvPr>
          <p:cNvSpPr>
            <a:spLocks noGrp="1"/>
          </p:cNvSpPr>
          <p:nvPr>
            <p:ph type="title" orient="vert"/>
          </p:nvPr>
        </p:nvSpPr>
        <p:spPr>
          <a:xfrm>
            <a:off x="8724900" y="592281"/>
            <a:ext cx="2628900" cy="5584681"/>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8B5F2276-7F04-F3F7-E3CE-F81C8DC637DC}"/>
              </a:ext>
            </a:extLst>
          </p:cNvPr>
          <p:cNvSpPr>
            <a:spLocks noGrp="1"/>
          </p:cNvSpPr>
          <p:nvPr>
            <p:ph type="body" orient="vert" idx="1"/>
          </p:nvPr>
        </p:nvSpPr>
        <p:spPr>
          <a:xfrm>
            <a:off x="838200" y="592281"/>
            <a:ext cx="7734300" cy="558468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71802BF-9E0C-3251-8FAE-81F07DB05344}"/>
              </a:ext>
            </a:extLst>
          </p:cNvPr>
          <p:cNvSpPr>
            <a:spLocks noGrp="1"/>
          </p:cNvSpPr>
          <p:nvPr>
            <p:ph type="dt" sz="half" idx="10"/>
          </p:nvPr>
        </p:nvSpPr>
        <p:spPr/>
        <p:txBody>
          <a:bodyPr/>
          <a:lstStyle/>
          <a:p>
            <a:fld id="{B229DF21-A340-467A-94AB-9502647BB771}" type="datetimeFigureOut">
              <a:rPr lang="en-US" dirty="0"/>
              <a:t>7/31/2026</a:t>
            </a:fld>
            <a:endParaRPr lang="en-US" dirty="0"/>
          </a:p>
        </p:txBody>
      </p:sp>
      <p:sp>
        <p:nvSpPr>
          <p:cNvPr id="5" name="Footer Placeholder 4">
            <a:extLst>
              <a:ext uri="{FF2B5EF4-FFF2-40B4-BE49-F238E27FC236}">
                <a16:creationId xmlns:a16="http://schemas.microsoft.com/office/drawing/2014/main" id="{329F1754-5B8F-A9FA-E8B1-06E04CE283D5}"/>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5F01E6A8-5139-ECD4-CC0C-32FFC6741000}"/>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768325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5858A62-FE72-978B-BE71-05908D82E1A4}"/>
              </a:ext>
            </a:extLst>
          </p:cNvPr>
          <p:cNvSpPr/>
          <p:nvPr/>
        </p:nvSpPr>
        <p:spPr>
          <a:xfrm>
            <a:off x="0" y="0"/>
            <a:ext cx="12192000" cy="6860161"/>
          </a:xfrm>
          <a:prstGeom prst="rect">
            <a:avLst/>
          </a:prstGeom>
          <a:solidFill>
            <a:schemeClr val="bg2">
              <a:lumMod val="75000"/>
              <a:alpha val="1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5BFA14B7-4740-5D9F-6489-BAD00C3E0D68}"/>
              </a:ext>
            </a:extLst>
          </p:cNvPr>
          <p:cNvSpPr>
            <a:spLocks noGrp="1"/>
          </p:cNvSpPr>
          <p:nvPr>
            <p:ph type="title"/>
          </p:nvPr>
        </p:nvSpPr>
        <p:spPr>
          <a:xfrm>
            <a:off x="871108" y="588245"/>
            <a:ext cx="10449784" cy="1265928"/>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7790487F-803F-C5AF-BD93-39C0FC738963}"/>
              </a:ext>
            </a:extLst>
          </p:cNvPr>
          <p:cNvSpPr>
            <a:spLocks noGrp="1"/>
          </p:cNvSpPr>
          <p:nvPr>
            <p:ph type="body" idx="1"/>
          </p:nvPr>
        </p:nvSpPr>
        <p:spPr>
          <a:xfrm>
            <a:off x="877824" y="2157984"/>
            <a:ext cx="10442448" cy="390381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586FCEF-4EDF-C2EF-7D81-FEFF7042F350}"/>
              </a:ext>
            </a:extLst>
          </p:cNvPr>
          <p:cNvSpPr>
            <a:spLocks noGrp="1"/>
          </p:cNvSpPr>
          <p:nvPr>
            <p:ph type="dt" sz="half" idx="2"/>
          </p:nvPr>
        </p:nvSpPr>
        <p:spPr>
          <a:xfrm>
            <a:off x="877824" y="6356350"/>
            <a:ext cx="2743200" cy="365125"/>
          </a:xfrm>
          <a:prstGeom prst="rect">
            <a:avLst/>
          </a:prstGeom>
        </p:spPr>
        <p:txBody>
          <a:bodyPr vert="horz" lIns="91440" tIns="45720" rIns="91440" bIns="45720" rtlCol="0" anchor="ctr"/>
          <a:lstStyle>
            <a:lvl1pPr algn="l">
              <a:defRPr sz="800" cap="all" spc="300" baseline="0">
                <a:solidFill>
                  <a:schemeClr val="tx2"/>
                </a:solidFill>
              </a:defRPr>
            </a:lvl1pPr>
          </a:lstStyle>
          <a:p>
            <a:fld id="{F9B0CB28-85DB-480B-8C99-FD493ACC7120}" type="datetimeFigureOut">
              <a:rPr lang="en-US" dirty="0"/>
              <a:t>7/31/2026</a:t>
            </a:fld>
            <a:endParaRPr lang="en-US" dirty="0"/>
          </a:p>
        </p:txBody>
      </p:sp>
      <p:sp>
        <p:nvSpPr>
          <p:cNvPr id="5" name="Footer Placeholder 4">
            <a:extLst>
              <a:ext uri="{FF2B5EF4-FFF2-40B4-BE49-F238E27FC236}">
                <a16:creationId xmlns:a16="http://schemas.microsoft.com/office/drawing/2014/main" id="{9A4663BC-4D46-C74D-DDF2-9D25B4D96F9B}"/>
              </a:ext>
            </a:extLst>
          </p:cNvPr>
          <p:cNvSpPr>
            <a:spLocks noGrp="1"/>
          </p:cNvSpPr>
          <p:nvPr>
            <p:ph type="ftr" sz="quarter" idx="3"/>
          </p:nvPr>
        </p:nvSpPr>
        <p:spPr>
          <a:xfrm>
            <a:off x="7132320" y="6356350"/>
            <a:ext cx="4297680" cy="365125"/>
          </a:xfrm>
          <a:prstGeom prst="rect">
            <a:avLst/>
          </a:prstGeom>
        </p:spPr>
        <p:txBody>
          <a:bodyPr vert="horz" lIns="91440" tIns="45720" rIns="91440" bIns="45720" rtlCol="0" anchor="ctr"/>
          <a:lstStyle>
            <a:lvl1pPr algn="r">
              <a:defRPr sz="800" cap="all" spc="300" baseline="0">
                <a:solidFill>
                  <a:schemeClr val="tx2"/>
                </a:solidFill>
              </a:defRPr>
            </a:lvl1pPr>
          </a:lstStyle>
          <a:p>
            <a:r>
              <a:rPr lang="en-US" dirty="0"/>
              <a:t>
              </a:t>
            </a:r>
          </a:p>
        </p:txBody>
      </p:sp>
      <p:sp>
        <p:nvSpPr>
          <p:cNvPr id="6" name="Slide Number Placeholder 5">
            <a:extLst>
              <a:ext uri="{FF2B5EF4-FFF2-40B4-BE49-F238E27FC236}">
                <a16:creationId xmlns:a16="http://schemas.microsoft.com/office/drawing/2014/main" id="{B71B4EAE-CB5C-D14B-77EF-7B155FA68353}"/>
              </a:ext>
            </a:extLst>
          </p:cNvPr>
          <p:cNvSpPr>
            <a:spLocks noGrp="1"/>
          </p:cNvSpPr>
          <p:nvPr>
            <p:ph type="sldNum" sz="quarter" idx="4"/>
          </p:nvPr>
        </p:nvSpPr>
        <p:spPr>
          <a:xfrm>
            <a:off x="11429999" y="6356350"/>
            <a:ext cx="521207" cy="365125"/>
          </a:xfrm>
          <a:prstGeom prst="rect">
            <a:avLst/>
          </a:prstGeom>
        </p:spPr>
        <p:txBody>
          <a:bodyPr vert="horz" lIns="91440" tIns="45720" rIns="91440" bIns="45720" rtlCol="0" anchor="ctr"/>
          <a:lstStyle>
            <a:lvl1pPr algn="r">
              <a:defRPr sz="1400">
                <a:solidFill>
                  <a:schemeClr val="tx2"/>
                </a:solidFill>
                <a:latin typeface="+mj-lt"/>
              </a:defRPr>
            </a:lvl1pPr>
          </a:lstStyle>
          <a:p>
            <a:fld id="{5E4DE196-8A13-4FF7-A07E-102851959EAB}" type="slidenum">
              <a:rPr lang="en-US" dirty="0"/>
              <a:pPr/>
              <a:t>‹#›</a:t>
            </a:fld>
            <a:endParaRPr lang="en-US" dirty="0"/>
          </a:p>
        </p:txBody>
      </p:sp>
    </p:spTree>
    <p:extLst>
      <p:ext uri="{BB962C8B-B14F-4D97-AF65-F5344CB8AC3E}">
        <p14:creationId xmlns:p14="http://schemas.microsoft.com/office/powerpoint/2010/main" val="269049888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defTabSz="914400" rtl="0" eaLnBrk="1" latinLnBrk="0" hangingPunct="1">
        <a:lnSpc>
          <a:spcPct val="100000"/>
        </a:lnSpc>
        <a:spcBef>
          <a:spcPct val="0"/>
        </a:spcBef>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userDrawn="1">
          <p15:clr>
            <a:srgbClr val="F26B43"/>
          </p15:clr>
        </p15:guide>
        <p15:guide id="4" pos="3840" userDrawn="1">
          <p15:clr>
            <a:srgbClr val="F26B43"/>
          </p15:clr>
        </p15:guide>
        <p15:guide id="5" orient="horz" pos="3816" userDrawn="1">
          <p15:clr>
            <a:srgbClr val="F26B43"/>
          </p15:clr>
        </p15:guide>
        <p15:guide id="6" orient="horz" pos="117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43A275FD-0863-FCE4-1381-F8C523529315}"/>
              </a:ext>
            </a:extLst>
          </p:cNvPr>
          <p:cNvSpPr>
            <a:spLocks noGrp="1"/>
          </p:cNvSpPr>
          <p:nvPr>
            <p:ph type="subTitle" idx="1"/>
          </p:nvPr>
        </p:nvSpPr>
        <p:spPr>
          <a:xfrm flipH="1">
            <a:off x="8370794" y="4346774"/>
            <a:ext cx="3563470" cy="2008184"/>
          </a:xfrm>
        </p:spPr>
        <p:txBody>
          <a:bodyPr vert="horz" lIns="91440" tIns="45720" rIns="91440" bIns="45720" rtlCol="0" anchor="t">
            <a:noAutofit/>
          </a:bodyPr>
          <a:lstStyle/>
          <a:p>
            <a:pPr algn="l"/>
            <a:r>
              <a:rPr lang="en-US" sz="2400" b="1"/>
              <a:t>Team members:</a:t>
            </a:r>
          </a:p>
          <a:p>
            <a:pPr algn="l"/>
            <a:r>
              <a:rPr lang="en-US" sz="2000" dirty="0" err="1"/>
              <a:t>Tamilselvan.s</a:t>
            </a:r>
            <a:endParaRPr lang="en-US" sz="2000" dirty="0"/>
          </a:p>
          <a:p>
            <a:pPr algn="l"/>
            <a:r>
              <a:rPr lang="en-US" sz="2000" dirty="0" err="1"/>
              <a:t>Sharmila.r</a:t>
            </a:r>
            <a:endParaRPr lang="en-US" sz="2000" dirty="0"/>
          </a:p>
          <a:p>
            <a:pPr algn="l"/>
            <a:r>
              <a:rPr lang="en-US" sz="2000" dirty="0" err="1"/>
              <a:t>Varshini.m</a:t>
            </a:r>
            <a:endParaRPr lang="en-US" sz="2000" dirty="0"/>
          </a:p>
          <a:p>
            <a:pPr algn="l"/>
            <a:r>
              <a:rPr lang="en-US" sz="2000" dirty="0"/>
              <a:t>Vishali </a:t>
            </a:r>
            <a:r>
              <a:rPr lang="en-US" sz="2000" err="1"/>
              <a:t>priya.k</a:t>
            </a:r>
            <a:endParaRPr lang="en-US" sz="2000" dirty="0"/>
          </a:p>
        </p:txBody>
      </p:sp>
      <p:sp>
        <p:nvSpPr>
          <p:cNvPr id="8" name="Title 7">
            <a:extLst>
              <a:ext uri="{FF2B5EF4-FFF2-40B4-BE49-F238E27FC236}">
                <a16:creationId xmlns:a16="http://schemas.microsoft.com/office/drawing/2014/main" id="{6342F16C-FD3D-F7E3-6094-208AC2E6F961}"/>
              </a:ext>
            </a:extLst>
          </p:cNvPr>
          <p:cNvSpPr>
            <a:spLocks noGrp="1"/>
          </p:cNvSpPr>
          <p:nvPr>
            <p:ph type="ctrTitle"/>
          </p:nvPr>
        </p:nvSpPr>
        <p:spPr>
          <a:xfrm>
            <a:off x="1524000" y="102628"/>
            <a:ext cx="9144000" cy="1996481"/>
          </a:xfrm>
        </p:spPr>
        <p:txBody>
          <a:bodyPr vert="horz" lIns="91440" tIns="45720" rIns="91440" bIns="45720" rtlCol="0" anchor="ctr">
            <a:normAutofit/>
          </a:bodyPr>
          <a:lstStyle/>
          <a:p>
            <a:r>
              <a:rPr lang="en-US" sz="4400" dirty="0"/>
              <a:t>Cyber wolf 2.0</a:t>
            </a:r>
            <a:br>
              <a:rPr lang="en-US" sz="4400" dirty="0"/>
            </a:br>
            <a:r>
              <a:rPr lang="en-US" sz="4400" dirty="0"/>
              <a:t>S.K.P </a:t>
            </a:r>
            <a:r>
              <a:rPr lang="en-US" sz="4400" dirty="0" err="1"/>
              <a:t>Engeenering</a:t>
            </a:r>
            <a:r>
              <a:rPr lang="en-US" sz="4400" dirty="0"/>
              <a:t> college </a:t>
            </a:r>
          </a:p>
        </p:txBody>
      </p:sp>
      <p:pic>
        <p:nvPicPr>
          <p:cNvPr id="2" name="Picture 1">
            <a:extLst>
              <a:ext uri="{FF2B5EF4-FFF2-40B4-BE49-F238E27FC236}">
                <a16:creationId xmlns:a16="http://schemas.microsoft.com/office/drawing/2014/main" id="{430B1C1B-57EB-DB97-5BA4-B6D3A5D1A582}"/>
              </a:ext>
            </a:extLst>
          </p:cNvPr>
          <p:cNvPicPr>
            <a:picLocks noChangeAspect="1"/>
          </p:cNvPicPr>
          <p:nvPr/>
        </p:nvPicPr>
        <p:blipFill>
          <a:blip r:embed="rId2"/>
          <a:stretch>
            <a:fillRect/>
          </a:stretch>
        </p:blipFill>
        <p:spPr>
          <a:xfrm>
            <a:off x="1131794" y="2229971"/>
            <a:ext cx="4224618" cy="4224618"/>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97FF1-4CF9-7BBD-C583-8740C5D932C9}"/>
              </a:ext>
            </a:extLst>
          </p:cNvPr>
          <p:cNvSpPr>
            <a:spLocks noGrp="1"/>
          </p:cNvSpPr>
          <p:nvPr>
            <p:ph type="title"/>
          </p:nvPr>
        </p:nvSpPr>
        <p:spPr/>
        <p:txBody>
          <a:bodyPr/>
          <a:lstStyle/>
          <a:p>
            <a:r>
              <a:rPr lang="en-US">
                <a:ea typeface="+mj-lt"/>
                <a:cs typeface="+mj-lt"/>
              </a:rPr>
              <a:t>         AI-Powered Student Risk Prediction System</a:t>
            </a:r>
            <a:endParaRPr lang="en-US"/>
          </a:p>
        </p:txBody>
      </p:sp>
      <p:sp>
        <p:nvSpPr>
          <p:cNvPr id="7" name="Text Placeholder 6">
            <a:extLst>
              <a:ext uri="{FF2B5EF4-FFF2-40B4-BE49-F238E27FC236}">
                <a16:creationId xmlns:a16="http://schemas.microsoft.com/office/drawing/2014/main" id="{702B03CC-1AFF-5F5A-E171-A023519063D2}"/>
              </a:ext>
            </a:extLst>
          </p:cNvPr>
          <p:cNvSpPr>
            <a:spLocks noGrp="1"/>
          </p:cNvSpPr>
          <p:nvPr>
            <p:ph type="body" idx="1"/>
          </p:nvPr>
        </p:nvSpPr>
        <p:spPr/>
        <p:txBody>
          <a:bodyPr/>
          <a:lstStyle/>
          <a:p>
            <a:r>
              <a:rPr lang="en-US" sz="2800" b="0">
                <a:ea typeface="+mn-lt"/>
                <a:cs typeface="+mn-lt"/>
              </a:rPr>
              <a:t>Problem Statement</a:t>
            </a:r>
            <a:endParaRPr lang="en-US" sz="2800"/>
          </a:p>
        </p:txBody>
      </p:sp>
      <p:sp>
        <p:nvSpPr>
          <p:cNvPr id="3" name="Content Placeholder 2">
            <a:extLst>
              <a:ext uri="{FF2B5EF4-FFF2-40B4-BE49-F238E27FC236}">
                <a16:creationId xmlns:a16="http://schemas.microsoft.com/office/drawing/2014/main" id="{74A83824-D75D-4055-1672-4702F042EE41}"/>
              </a:ext>
            </a:extLst>
          </p:cNvPr>
          <p:cNvSpPr>
            <a:spLocks noGrp="1"/>
          </p:cNvSpPr>
          <p:nvPr>
            <p:ph sz="half" idx="2"/>
          </p:nvPr>
        </p:nvSpPr>
        <p:spPr/>
        <p:txBody>
          <a:bodyPr vert="horz" lIns="91440" tIns="45720" rIns="91440" bIns="45720" rtlCol="0" anchor="t">
            <a:normAutofit/>
          </a:bodyPr>
          <a:lstStyle/>
          <a:p>
            <a:r>
              <a:rPr lang="en-US" dirty="0">
                <a:latin typeface="Aptos Light"/>
                <a:ea typeface="Calibri"/>
                <a:cs typeface="Calibri"/>
              </a:rPr>
              <a:t>Educational institutions often struggle to identify students who are at risk of poor academic performance or dropping out at an early stage. Traditional monitoring methods are manual, time-consuming, and reactive, resulting in </a:t>
            </a:r>
            <a:r>
              <a:rPr lang="en-US">
                <a:latin typeface="Aptos Light"/>
                <a:ea typeface="Calibri"/>
                <a:cs typeface="Calibri"/>
              </a:rPr>
              <a:t>delayed interventions</a:t>
            </a:r>
            <a:r>
              <a:rPr lang="en-US" dirty="0">
                <a:latin typeface="Aptos Light"/>
                <a:ea typeface="Calibri"/>
                <a:cs typeface="Calibri"/>
              </a:rPr>
              <a:t> and reduced student success.</a:t>
            </a:r>
            <a:endParaRPr lang="en-US" dirty="0">
              <a:solidFill>
                <a:srgbClr val="000000"/>
              </a:solidFill>
              <a:latin typeface="Aptos Light"/>
              <a:ea typeface="Calibri"/>
              <a:cs typeface="Calibri"/>
            </a:endParaRPr>
          </a:p>
          <a:p>
            <a:endParaRPr lang="en-US" dirty="0">
              <a:latin typeface="Calibri"/>
              <a:ea typeface="Calibri"/>
              <a:cs typeface="Calibri"/>
            </a:endParaRPr>
          </a:p>
        </p:txBody>
      </p:sp>
      <p:sp>
        <p:nvSpPr>
          <p:cNvPr id="8" name="Text Placeholder 7">
            <a:extLst>
              <a:ext uri="{FF2B5EF4-FFF2-40B4-BE49-F238E27FC236}">
                <a16:creationId xmlns:a16="http://schemas.microsoft.com/office/drawing/2014/main" id="{C9C1DE90-270E-570C-FE0F-BBEF7DDC1D17}"/>
              </a:ext>
            </a:extLst>
          </p:cNvPr>
          <p:cNvSpPr>
            <a:spLocks noGrp="1"/>
          </p:cNvSpPr>
          <p:nvPr>
            <p:ph type="body" sz="quarter" idx="3"/>
          </p:nvPr>
        </p:nvSpPr>
        <p:spPr/>
        <p:txBody>
          <a:bodyPr/>
          <a:lstStyle/>
          <a:p>
            <a:r>
              <a:rPr lang="en-US" sz="2800" b="0"/>
              <a:t>Proposed solution</a:t>
            </a:r>
          </a:p>
        </p:txBody>
      </p:sp>
      <p:sp>
        <p:nvSpPr>
          <p:cNvPr id="9" name="Content Placeholder 8">
            <a:extLst>
              <a:ext uri="{FF2B5EF4-FFF2-40B4-BE49-F238E27FC236}">
                <a16:creationId xmlns:a16="http://schemas.microsoft.com/office/drawing/2014/main" id="{4AF9AFAD-B12B-0623-65AD-DE85DF5138CC}"/>
              </a:ext>
            </a:extLst>
          </p:cNvPr>
          <p:cNvSpPr>
            <a:spLocks noGrp="1"/>
          </p:cNvSpPr>
          <p:nvPr>
            <p:ph sz="quarter" idx="4"/>
          </p:nvPr>
        </p:nvSpPr>
        <p:spPr/>
        <p:txBody>
          <a:bodyPr vert="horz" lIns="91440" tIns="45720" rIns="91440" bIns="45720" rtlCol="0" anchor="t">
            <a:normAutofit/>
          </a:bodyPr>
          <a:lstStyle/>
          <a:p>
            <a:r>
              <a:rPr lang="en-US">
                <a:ea typeface="+mn-lt"/>
                <a:cs typeface="+mn-lt"/>
              </a:rPr>
              <a:t>Our solution uses </a:t>
            </a:r>
            <a:r>
              <a:rPr lang="en-US" b="1">
                <a:ea typeface="+mn-lt"/>
                <a:cs typeface="+mn-lt"/>
              </a:rPr>
              <a:t>Machine Learning</a:t>
            </a:r>
            <a:r>
              <a:rPr lang="en-US">
                <a:ea typeface="+mn-lt"/>
                <a:cs typeface="+mn-lt"/>
              </a:rPr>
              <a:t> to analyze students' academic performance and engagement data, such as attendance, assignment scores, quiz marks, LMS activity, and late submissions. The system predicts whether a student is at risk, explains the reasons behind the prediction using Explainable AI (SHAP), and provides personalized intervention recommendations through an interactive dashboard. This enables educators to take proactive actions and improve student outcomes.</a:t>
            </a:r>
            <a:endParaRPr lang="en-US" dirty="0"/>
          </a:p>
        </p:txBody>
      </p:sp>
      <p:sp>
        <p:nvSpPr>
          <p:cNvPr id="4" name="Date Placeholder 3">
            <a:extLst>
              <a:ext uri="{FF2B5EF4-FFF2-40B4-BE49-F238E27FC236}">
                <a16:creationId xmlns:a16="http://schemas.microsoft.com/office/drawing/2014/main" id="{8A360FC9-6B9A-F5FF-3CC4-949FB86680BE}"/>
              </a:ext>
            </a:extLst>
          </p:cNvPr>
          <p:cNvSpPr>
            <a:spLocks noGrp="1"/>
          </p:cNvSpPr>
          <p:nvPr>
            <p:ph type="dt" sz="half" idx="10"/>
          </p:nvPr>
        </p:nvSpPr>
        <p:spPr/>
        <p:txBody>
          <a:bodyPr/>
          <a:lstStyle/>
          <a:p>
            <a:fld id="{7387F11B-F7E4-426C-B4CA-BB4AF083623F}" type="datetime1">
              <a:t>7/31/2026</a:t>
            </a:fld>
            <a:endParaRPr lang="en-US" dirty="0"/>
          </a:p>
        </p:txBody>
      </p:sp>
      <p:sp>
        <p:nvSpPr>
          <p:cNvPr id="5" name="Footer Placeholder 4">
            <a:extLst>
              <a:ext uri="{FF2B5EF4-FFF2-40B4-BE49-F238E27FC236}">
                <a16:creationId xmlns:a16="http://schemas.microsoft.com/office/drawing/2014/main" id="{C875A56E-E09E-B2C9-5BF7-58294D5485B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D73DC8F-D61E-8709-85AA-20AB2C4BDDE0}"/>
              </a:ext>
            </a:extLst>
          </p:cNvPr>
          <p:cNvSpPr>
            <a:spLocks noGrp="1"/>
          </p:cNvSpPr>
          <p:nvPr>
            <p:ph type="sldNum" sz="quarter" idx="12"/>
          </p:nvPr>
        </p:nvSpPr>
        <p:spPr/>
        <p:txBody>
          <a:bodyPr/>
          <a:lstStyle/>
          <a:p>
            <a:fld id="{5E4DE196-8A13-4FF7-A07E-102851959EAB}" type="slidenum">
              <a:rPr lang="en-US" dirty="0"/>
              <a:t>2</a:t>
            </a:fld>
            <a:endParaRPr lang="en-US" dirty="0"/>
          </a:p>
        </p:txBody>
      </p:sp>
    </p:spTree>
    <p:extLst>
      <p:ext uri="{BB962C8B-B14F-4D97-AF65-F5344CB8AC3E}">
        <p14:creationId xmlns:p14="http://schemas.microsoft.com/office/powerpoint/2010/main" val="13527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FD633B0D-E189-9690-CC49-8FC61545B2DA}"/>
              </a:ext>
            </a:extLst>
          </p:cNvPr>
          <p:cNvPicPr>
            <a:picLocks noGrp="1" noChangeAspect="1"/>
          </p:cNvPicPr>
          <p:nvPr>
            <p:ph idx="1"/>
          </p:nvPr>
        </p:nvPicPr>
        <p:blipFill>
          <a:blip r:embed="rId2"/>
          <a:stretch>
            <a:fillRect/>
          </a:stretch>
        </p:blipFill>
        <p:spPr>
          <a:xfrm>
            <a:off x="3542716" y="241778"/>
            <a:ext cx="4294634" cy="6369113"/>
          </a:xfrm>
          <a:prstGeom prst="rect">
            <a:avLst/>
          </a:prstGeom>
        </p:spPr>
      </p:pic>
      <p:sp>
        <p:nvSpPr>
          <p:cNvPr id="4" name="Date Placeholder 3">
            <a:extLst>
              <a:ext uri="{FF2B5EF4-FFF2-40B4-BE49-F238E27FC236}">
                <a16:creationId xmlns:a16="http://schemas.microsoft.com/office/drawing/2014/main" id="{E8F369D1-4EE7-BF86-AA3D-2F6ED123B5DA}"/>
              </a:ext>
            </a:extLst>
          </p:cNvPr>
          <p:cNvSpPr>
            <a:spLocks noGrp="1"/>
          </p:cNvSpPr>
          <p:nvPr>
            <p:ph type="dt" sz="half" idx="10"/>
          </p:nvPr>
        </p:nvSpPr>
        <p:spPr/>
        <p:txBody>
          <a:bodyPr/>
          <a:lstStyle/>
          <a:p>
            <a:fld id="{C1BBA39C-8700-49B5-9A50-F48D7C83A752}" type="datetime1">
              <a:t>7/31/2026</a:t>
            </a:fld>
            <a:endParaRPr lang="en-US" dirty="0"/>
          </a:p>
        </p:txBody>
      </p:sp>
      <p:sp>
        <p:nvSpPr>
          <p:cNvPr id="5" name="Footer Placeholder 4">
            <a:extLst>
              <a:ext uri="{FF2B5EF4-FFF2-40B4-BE49-F238E27FC236}">
                <a16:creationId xmlns:a16="http://schemas.microsoft.com/office/drawing/2014/main" id="{1180B6B2-7486-F3CA-17B9-97AEB3AC237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BC420A6-EF6E-06D5-3B3A-5311DCC3765F}"/>
              </a:ext>
            </a:extLst>
          </p:cNvPr>
          <p:cNvSpPr>
            <a:spLocks noGrp="1"/>
          </p:cNvSpPr>
          <p:nvPr>
            <p:ph type="sldNum" sz="quarter" idx="12"/>
          </p:nvPr>
        </p:nvSpPr>
        <p:spPr/>
        <p:txBody>
          <a:bodyPr/>
          <a:lstStyle/>
          <a:p>
            <a:fld id="{5E4DE196-8A13-4FF7-A07E-102851959EAB}" type="slidenum">
              <a:rPr lang="en-US" dirty="0"/>
              <a:t>3</a:t>
            </a:fld>
            <a:endParaRPr lang="en-US" dirty="0"/>
          </a:p>
        </p:txBody>
      </p:sp>
    </p:spTree>
    <p:extLst>
      <p:ext uri="{BB962C8B-B14F-4D97-AF65-F5344CB8AC3E}">
        <p14:creationId xmlns:p14="http://schemas.microsoft.com/office/powerpoint/2010/main" val="1949394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DF2A97C5-E075-D14B-7880-C36A3628407F}"/>
              </a:ext>
            </a:extLst>
          </p:cNvPr>
          <p:cNvPicPr>
            <a:picLocks noGrp="1" noChangeAspect="1"/>
          </p:cNvPicPr>
          <p:nvPr>
            <p:ph idx="1"/>
          </p:nvPr>
        </p:nvPicPr>
        <p:blipFill>
          <a:blip r:embed="rId2"/>
          <a:stretch>
            <a:fillRect/>
          </a:stretch>
        </p:blipFill>
        <p:spPr>
          <a:xfrm>
            <a:off x="1053273" y="-4750"/>
            <a:ext cx="9845021" cy="6873374"/>
          </a:xfrm>
          <a:prstGeom prst="rect">
            <a:avLst/>
          </a:prstGeom>
        </p:spPr>
      </p:pic>
      <p:sp>
        <p:nvSpPr>
          <p:cNvPr id="4" name="Date Placeholder 3">
            <a:extLst>
              <a:ext uri="{FF2B5EF4-FFF2-40B4-BE49-F238E27FC236}">
                <a16:creationId xmlns:a16="http://schemas.microsoft.com/office/drawing/2014/main" id="{6B9D3A20-BE74-D3F2-E3B8-DB444D8838A8}"/>
              </a:ext>
            </a:extLst>
          </p:cNvPr>
          <p:cNvSpPr>
            <a:spLocks noGrp="1"/>
          </p:cNvSpPr>
          <p:nvPr>
            <p:ph type="dt" sz="half" idx="10"/>
          </p:nvPr>
        </p:nvSpPr>
        <p:spPr/>
        <p:txBody>
          <a:bodyPr/>
          <a:lstStyle/>
          <a:p>
            <a:fld id="{2D1A8F79-92A7-4DD5-B047-0930251E1204}" type="datetime1">
              <a:t>7/31/2026</a:t>
            </a:fld>
            <a:endParaRPr lang="en-US" dirty="0"/>
          </a:p>
        </p:txBody>
      </p:sp>
      <p:sp>
        <p:nvSpPr>
          <p:cNvPr id="5" name="Footer Placeholder 4">
            <a:extLst>
              <a:ext uri="{FF2B5EF4-FFF2-40B4-BE49-F238E27FC236}">
                <a16:creationId xmlns:a16="http://schemas.microsoft.com/office/drawing/2014/main" id="{7C02A124-F444-9F8D-6D9F-AEC62286D0D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E233B51-D120-6090-EEEA-E2122F6D85BB}"/>
              </a:ext>
            </a:extLst>
          </p:cNvPr>
          <p:cNvSpPr>
            <a:spLocks noGrp="1"/>
          </p:cNvSpPr>
          <p:nvPr>
            <p:ph type="sldNum" sz="quarter" idx="12"/>
          </p:nvPr>
        </p:nvSpPr>
        <p:spPr/>
        <p:txBody>
          <a:bodyPr/>
          <a:lstStyle/>
          <a:p>
            <a:fld id="{5E4DE196-8A13-4FF7-A07E-102851959EAB}" type="slidenum">
              <a:rPr lang="en-US" dirty="0"/>
              <a:t>4</a:t>
            </a:fld>
            <a:endParaRPr lang="en-US" dirty="0"/>
          </a:p>
        </p:txBody>
      </p:sp>
    </p:spTree>
    <p:extLst>
      <p:ext uri="{BB962C8B-B14F-4D97-AF65-F5344CB8AC3E}">
        <p14:creationId xmlns:p14="http://schemas.microsoft.com/office/powerpoint/2010/main" val="3874632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C3A92-2BC3-C8B4-3002-7E28CB2CDE96}"/>
              </a:ext>
            </a:extLst>
          </p:cNvPr>
          <p:cNvSpPr>
            <a:spLocks noGrp="1"/>
          </p:cNvSpPr>
          <p:nvPr>
            <p:ph type="title"/>
          </p:nvPr>
        </p:nvSpPr>
        <p:spPr>
          <a:xfrm>
            <a:off x="871108" y="1731245"/>
            <a:ext cx="10449784" cy="2408928"/>
          </a:xfrm>
        </p:spPr>
        <p:txBody>
          <a:bodyPr vert="horz" lIns="91440" tIns="45720" rIns="91440" bIns="45720" rtlCol="0" anchor="ctr">
            <a:normAutofit/>
          </a:bodyPr>
          <a:lstStyle/>
          <a:p>
            <a:pPr algn="ctr"/>
            <a:r>
              <a:rPr lang="en-US" sz="6000">
                <a:latin typeface="Book Antiqua"/>
              </a:rPr>
              <a:t>Thank you</a:t>
            </a:r>
          </a:p>
        </p:txBody>
      </p:sp>
      <p:sp>
        <p:nvSpPr>
          <p:cNvPr id="4" name="Date Placeholder 3">
            <a:extLst>
              <a:ext uri="{FF2B5EF4-FFF2-40B4-BE49-F238E27FC236}">
                <a16:creationId xmlns:a16="http://schemas.microsoft.com/office/drawing/2014/main" id="{E5953610-05DF-4ED5-980D-8DB53D1326E9}"/>
              </a:ext>
            </a:extLst>
          </p:cNvPr>
          <p:cNvSpPr>
            <a:spLocks noGrp="1"/>
          </p:cNvSpPr>
          <p:nvPr>
            <p:ph type="dt" sz="half" idx="10"/>
          </p:nvPr>
        </p:nvSpPr>
        <p:spPr/>
        <p:txBody>
          <a:bodyPr/>
          <a:lstStyle/>
          <a:p>
            <a:fld id="{3F91E917-E563-4BCE-B7CE-7C7843FE5989}" type="datetime1">
              <a:t>7/31/2026</a:t>
            </a:fld>
            <a:endParaRPr lang="en-US" dirty="0"/>
          </a:p>
        </p:txBody>
      </p:sp>
      <p:sp>
        <p:nvSpPr>
          <p:cNvPr id="5" name="Footer Placeholder 4">
            <a:extLst>
              <a:ext uri="{FF2B5EF4-FFF2-40B4-BE49-F238E27FC236}">
                <a16:creationId xmlns:a16="http://schemas.microsoft.com/office/drawing/2014/main" id="{1B8F226A-CBB4-CA48-769B-BB2ABBAC09C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BDF88A4-7408-E60B-936E-B6093BB6C8E7}"/>
              </a:ext>
            </a:extLst>
          </p:cNvPr>
          <p:cNvSpPr>
            <a:spLocks noGrp="1"/>
          </p:cNvSpPr>
          <p:nvPr>
            <p:ph type="sldNum" sz="quarter" idx="12"/>
          </p:nvPr>
        </p:nvSpPr>
        <p:spPr/>
        <p:txBody>
          <a:bodyPr/>
          <a:lstStyle/>
          <a:p>
            <a:fld id="{5E4DE196-8A13-4FF7-A07E-102851959EAB}" type="slidenum">
              <a:rPr lang="en-US" dirty="0"/>
              <a:t>5</a:t>
            </a:fld>
            <a:endParaRPr lang="en-US" dirty="0"/>
          </a:p>
        </p:txBody>
      </p:sp>
    </p:spTree>
    <p:extLst>
      <p:ext uri="{BB962C8B-B14F-4D97-AF65-F5344CB8AC3E}">
        <p14:creationId xmlns:p14="http://schemas.microsoft.com/office/powerpoint/2010/main" val="2164050864"/>
      </p:ext>
    </p:extLst>
  </p:cSld>
  <p:clrMapOvr>
    <a:masterClrMapping/>
  </p:clrMapOvr>
</p:sld>
</file>

<file path=ppt/theme/theme1.xml><?xml version="1.0" encoding="utf-8"?>
<a:theme xmlns:a="http://schemas.openxmlformats.org/drawingml/2006/main" name="BohoVogueVTI">
  <a:themeElements>
    <a:clrScheme name="BohoVogueVTI">
      <a:dk1>
        <a:sysClr val="windowText" lastClr="000000"/>
      </a:dk1>
      <a:lt1>
        <a:sysClr val="window" lastClr="FFFFFF"/>
      </a:lt1>
      <a:dk2>
        <a:srgbClr val="35403A"/>
      </a:dk2>
      <a:lt2>
        <a:srgbClr val="F1EFEB"/>
      </a:lt2>
      <a:accent1>
        <a:srgbClr val="9E8B50"/>
      </a:accent1>
      <a:accent2>
        <a:srgbClr val="D5966B"/>
      </a:accent2>
      <a:accent3>
        <a:srgbClr val="9BA6BB"/>
      </a:accent3>
      <a:accent4>
        <a:srgbClr val="869880"/>
      </a:accent4>
      <a:accent5>
        <a:srgbClr val="588267"/>
      </a:accent5>
      <a:accent6>
        <a:srgbClr val="B89C46"/>
      </a:accent6>
      <a:hlink>
        <a:srgbClr val="C77138"/>
      </a:hlink>
      <a:folHlink>
        <a:srgbClr val="589374"/>
      </a:folHlink>
    </a:clrScheme>
    <a:fontScheme name="BohoVogueVTI">
      <a:majorFont>
        <a:latin typeface="Walbaum Display"/>
        <a:ea typeface=""/>
        <a:cs typeface=""/>
      </a:majorFont>
      <a:minorFont>
        <a:latin typeface="Aptos Light"/>
        <a:ea typeface=""/>
        <a:cs typeface=""/>
      </a:minorFont>
    </a:fontScheme>
    <a:fmtScheme name="BohoVogu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ohoVogueVTI" id="{587E0025-A466-4551-A341-1A9F570FDF06}" vid="{F615CBBD-D1BB-4663-887F-92A47C7C6AB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BohoVogueVTI</vt:lpstr>
      <vt:lpstr>Cyber wolf 2.0 S.K.P Engeenering college </vt:lpstr>
      <vt:lpstr>         AI-Powered Student Risk Prediction System</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210</cp:revision>
  <dcterms:created xsi:type="dcterms:W3CDTF">2026-07-31T12:43:02Z</dcterms:created>
  <dcterms:modified xsi:type="dcterms:W3CDTF">2026-07-31T14:47:15Z</dcterms:modified>
</cp:coreProperties>
</file>